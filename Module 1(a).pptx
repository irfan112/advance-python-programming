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87465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9144000" y="0"/>
                </a:moveTo>
                <a:lnTo>
                  <a:pt x="0" y="0"/>
                </a:lnTo>
                <a:lnTo>
                  <a:pt x="0" y="457200"/>
                </a:lnTo>
                <a:lnTo>
                  <a:pt x="9144000" y="457200"/>
                </a:lnTo>
                <a:lnTo>
                  <a:pt x="9144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0" y="6334505"/>
            <a:ext cx="9144000" cy="66040"/>
          </a:xfrm>
          <a:custGeom>
            <a:avLst/>
            <a:gdLst/>
            <a:ahLst/>
            <a:cxnLst/>
            <a:rect l="l" t="t" r="r" b="b"/>
            <a:pathLst>
              <a:path w="9144000" h="66039">
                <a:moveTo>
                  <a:pt x="9144000" y="0"/>
                </a:moveTo>
                <a:lnTo>
                  <a:pt x="0" y="0"/>
                </a:lnTo>
                <a:lnTo>
                  <a:pt x="0" y="65532"/>
                </a:lnTo>
                <a:lnTo>
                  <a:pt x="9144000" y="655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06017" y="4343400"/>
            <a:ext cx="7406640" cy="0"/>
          </a:xfrm>
          <a:custGeom>
            <a:avLst/>
            <a:gdLst/>
            <a:ahLst/>
            <a:cxnLst/>
            <a:rect l="l" t="t" r="r" b="b"/>
            <a:pathLst>
              <a:path w="7406640">
                <a:moveTo>
                  <a:pt x="0" y="0"/>
                </a:moveTo>
                <a:lnTo>
                  <a:pt x="740664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1700" y="2642107"/>
            <a:ext cx="4672330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01700" y="3628930"/>
            <a:ext cx="6346825" cy="1195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800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9144000" y="0"/>
                </a:moveTo>
                <a:lnTo>
                  <a:pt x="0" y="0"/>
                </a:lnTo>
                <a:lnTo>
                  <a:pt x="0" y="457200"/>
                </a:lnTo>
                <a:lnTo>
                  <a:pt x="9144000" y="457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914146"/>
            <a:ext cx="769429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0259" y="1818385"/>
            <a:ext cx="7566025" cy="3629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4009" y="6645275"/>
            <a:ext cx="859154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69147" y="6575107"/>
            <a:ext cx="199390" cy="221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2642107"/>
            <a:ext cx="467233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-65" dirty="0">
                <a:solidFill>
                  <a:srgbClr val="252525"/>
                </a:solidFill>
                <a:latin typeface="Calibri Light"/>
                <a:cs typeface="Calibri Light"/>
              </a:rPr>
              <a:t>WELCOME!</a:t>
            </a:r>
            <a:endParaRPr sz="800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01700" y="3628930"/>
            <a:ext cx="6346825" cy="1271502"/>
          </a:xfrm>
          <a:prstGeom prst="rect">
            <a:avLst/>
          </a:prstGeom>
        </p:spPr>
        <p:txBody>
          <a:bodyPr vert="horz" wrap="square" lIns="0" tIns="220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lang="en-US" sz="2700" spc="-65" dirty="0">
                <a:solidFill>
                  <a:srgbClr val="252525"/>
                </a:solidFill>
                <a:latin typeface="Calibri Light"/>
                <a:cs typeface="Calibri Light"/>
              </a:rPr>
              <a:t>Course: Advance Python Programming)</a:t>
            </a: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lang="en-US" sz="2700" spc="-65" dirty="0">
                <a:solidFill>
                  <a:srgbClr val="252525"/>
                </a:solidFill>
                <a:latin typeface="Calibri Light"/>
                <a:cs typeface="Calibri Light"/>
              </a:rPr>
              <a:t>Instructor: Irfan Hussain – ML Engr</a:t>
            </a:r>
            <a:endParaRPr sz="27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34505"/>
            <a:ext cx="9144000" cy="66040"/>
          </a:xfrm>
          <a:custGeom>
            <a:avLst/>
            <a:gdLst/>
            <a:ahLst/>
            <a:cxnLst/>
            <a:rect l="l" t="t" r="r" b="b"/>
            <a:pathLst>
              <a:path w="9144000" h="66039">
                <a:moveTo>
                  <a:pt x="9144000" y="0"/>
                </a:moveTo>
                <a:lnTo>
                  <a:pt x="0" y="0"/>
                </a:lnTo>
                <a:lnTo>
                  <a:pt x="0" y="65532"/>
                </a:lnTo>
                <a:lnTo>
                  <a:pt x="9144000" y="655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50685"/>
            <a:ext cx="9144000" cy="325755"/>
          </a:xfrm>
          <a:custGeom>
            <a:avLst/>
            <a:gdLst/>
            <a:ahLst/>
            <a:cxnLst/>
            <a:rect l="l" t="t" r="r" b="b"/>
            <a:pathLst>
              <a:path w="9144000" h="325754">
                <a:moveTo>
                  <a:pt x="9144000" y="0"/>
                </a:moveTo>
                <a:lnTo>
                  <a:pt x="0" y="0"/>
                </a:lnTo>
                <a:lnTo>
                  <a:pt x="0" y="325373"/>
                </a:lnTo>
                <a:lnTo>
                  <a:pt x="9144000" y="325373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50419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35" dirty="0"/>
              <a:t>Module 1: Outlines</a:t>
            </a:r>
            <a:endParaRPr spc="-13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888238" y="1905000"/>
            <a:ext cx="7280909" cy="3799758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lang="en-US" sz="2600" dirty="0">
                <a:latin typeface="Calibri"/>
                <a:cs typeface="Calibri"/>
              </a:rPr>
              <a:t>Python Package Manager</a:t>
            </a:r>
          </a:p>
          <a:p>
            <a:pPr marL="237490" indent="-224790">
              <a:lnSpc>
                <a:spcPct val="100000"/>
              </a:lnSpc>
              <a:spcBef>
                <a:spcPts val="10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lang="en-US" sz="2600" dirty="0">
                <a:latin typeface="Calibri"/>
                <a:cs typeface="Calibri"/>
              </a:rPr>
              <a:t>PYTHONPATH</a:t>
            </a:r>
          </a:p>
          <a:p>
            <a:pPr marL="237490" indent="-224790">
              <a:lnSpc>
                <a:spcPct val="100000"/>
              </a:lnSpc>
              <a:spcBef>
                <a:spcPts val="10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lang="en-US" sz="2600" spc="-10" dirty="0">
                <a:latin typeface="Calibri"/>
                <a:cs typeface="Calibri"/>
              </a:rPr>
              <a:t>Enumerate Function</a:t>
            </a: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lang="en-US" sz="2600" dirty="0">
                <a:latin typeface="Calibri"/>
                <a:cs typeface="Calibri"/>
              </a:rPr>
              <a:t>Deep Copy - Shallow Copy</a:t>
            </a: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lang="en-US" sz="2600" dirty="0">
                <a:latin typeface="Calibri"/>
                <a:cs typeface="Calibri"/>
              </a:rPr>
              <a:t>Virtual Environment</a:t>
            </a: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lang="en-US" sz="2600" dirty="0">
                <a:latin typeface="Calibri"/>
                <a:cs typeface="Calibri"/>
              </a:rPr>
              <a:t>List/Dictionary Compression</a:t>
            </a: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lang="en-US" sz="2600" dirty="0">
                <a:latin typeface="Calibri"/>
                <a:cs typeface="Calibri"/>
              </a:rPr>
              <a:t>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34505"/>
            <a:ext cx="9144000" cy="66040"/>
          </a:xfrm>
          <a:custGeom>
            <a:avLst/>
            <a:gdLst/>
            <a:ahLst/>
            <a:cxnLst/>
            <a:rect l="l" t="t" r="r" b="b"/>
            <a:pathLst>
              <a:path w="9144000" h="66039">
                <a:moveTo>
                  <a:pt x="9144000" y="0"/>
                </a:moveTo>
                <a:lnTo>
                  <a:pt x="0" y="0"/>
                </a:lnTo>
                <a:lnTo>
                  <a:pt x="0" y="65532"/>
                </a:lnTo>
                <a:lnTo>
                  <a:pt x="9144000" y="655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50685"/>
            <a:ext cx="9144000" cy="325755"/>
          </a:xfrm>
          <a:custGeom>
            <a:avLst/>
            <a:gdLst/>
            <a:ahLst/>
            <a:cxnLst/>
            <a:rect l="l" t="t" r="r" b="b"/>
            <a:pathLst>
              <a:path w="9144000" h="325754">
                <a:moveTo>
                  <a:pt x="9144000" y="0"/>
                </a:moveTo>
                <a:lnTo>
                  <a:pt x="0" y="0"/>
                </a:lnTo>
                <a:lnTo>
                  <a:pt x="0" y="325373"/>
                </a:lnTo>
                <a:lnTo>
                  <a:pt x="9144000" y="325373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69469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tabLst>
                <a:tab pos="237490" algn="l"/>
              </a:tabLst>
            </a:pPr>
            <a:r>
              <a:rPr lang="en-US" dirty="0">
                <a:latin typeface="Calibri"/>
                <a:cs typeface="Calibri"/>
              </a:rPr>
              <a:t>Python Package Manager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pic>
        <p:nvPicPr>
          <p:cNvPr id="1026" name="Picture 2" descr="Python Logo, symbol, meaning, history ...">
            <a:extLst>
              <a:ext uri="{FF2B5EF4-FFF2-40B4-BE49-F238E27FC236}">
                <a16:creationId xmlns:a16="http://schemas.microsoft.com/office/drawing/2014/main" id="{7100BA5B-4F8E-14B9-7597-ABFA33618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2384889"/>
            <a:ext cx="1523999" cy="99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44704F-8500-CC28-5FCA-5250B0125CBD}"/>
              </a:ext>
            </a:extLst>
          </p:cNvPr>
          <p:cNvSpPr txBox="1"/>
          <p:nvPr/>
        </p:nvSpPr>
        <p:spPr>
          <a:xfrm>
            <a:off x="228600" y="3429000"/>
            <a:ext cx="1544012" cy="1287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Modules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Packages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Libraries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E0797A2-500F-3FA8-B109-FC4742DA9575}"/>
              </a:ext>
            </a:extLst>
          </p:cNvPr>
          <p:cNvSpPr/>
          <p:nvPr/>
        </p:nvSpPr>
        <p:spPr>
          <a:xfrm>
            <a:off x="895349" y="4876800"/>
            <a:ext cx="247651" cy="53340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6D833E-C450-39EB-3AE2-AD60C44A7C26}"/>
              </a:ext>
            </a:extLst>
          </p:cNvPr>
          <p:cNvSpPr txBox="1"/>
          <p:nvPr/>
        </p:nvSpPr>
        <p:spPr>
          <a:xfrm>
            <a:off x="0" y="5501321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Standard Distribution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B7681C-3272-B4BA-0E58-0FFDD3F417DB}"/>
              </a:ext>
            </a:extLst>
          </p:cNvPr>
          <p:cNvSpPr txBox="1"/>
          <p:nvPr/>
        </p:nvSpPr>
        <p:spPr>
          <a:xfrm>
            <a:off x="2363683" y="1804351"/>
            <a:ext cx="4249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PIP (Package Installer For Python) Tool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5FE61-ACC0-DA48-ACEF-B174005764D3}"/>
              </a:ext>
            </a:extLst>
          </p:cNvPr>
          <p:cNvSpPr txBox="1"/>
          <p:nvPr/>
        </p:nvSpPr>
        <p:spPr>
          <a:xfrm>
            <a:off x="2363683" y="2153134"/>
            <a:ext cx="3890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PIP is a package manager in python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AFCA30-7A46-47D0-3731-D23D77DADDFB}"/>
              </a:ext>
            </a:extLst>
          </p:cNvPr>
          <p:cNvSpPr txBox="1"/>
          <p:nvPr/>
        </p:nvSpPr>
        <p:spPr>
          <a:xfrm>
            <a:off x="2368599" y="2511803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PIP included python &gt;= 3.4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294983C-B508-AC8A-0884-D5FC7CB35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110645"/>
              </p:ext>
            </p:extLst>
          </p:nvPr>
        </p:nvGraphicFramePr>
        <p:xfrm>
          <a:off x="2667000" y="3037804"/>
          <a:ext cx="5962650" cy="3318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4504">
                  <a:extLst>
                    <a:ext uri="{9D8B030D-6E8A-4147-A177-3AD203B41FA5}">
                      <a16:colId xmlns:a16="http://schemas.microsoft.com/office/drawing/2014/main" val="2661463364"/>
                    </a:ext>
                  </a:extLst>
                </a:gridCol>
                <a:gridCol w="1292715">
                  <a:extLst>
                    <a:ext uri="{9D8B030D-6E8A-4147-A177-3AD203B41FA5}">
                      <a16:colId xmlns:a16="http://schemas.microsoft.com/office/drawing/2014/main" val="3284788577"/>
                    </a:ext>
                  </a:extLst>
                </a:gridCol>
                <a:gridCol w="796636">
                  <a:extLst>
                    <a:ext uri="{9D8B030D-6E8A-4147-A177-3AD203B41FA5}">
                      <a16:colId xmlns:a16="http://schemas.microsoft.com/office/drawing/2014/main" val="2090491371"/>
                    </a:ext>
                  </a:extLst>
                </a:gridCol>
                <a:gridCol w="1788795">
                  <a:extLst>
                    <a:ext uri="{9D8B030D-6E8A-4147-A177-3AD203B41FA5}">
                      <a16:colId xmlns:a16="http://schemas.microsoft.com/office/drawing/2014/main" val="142394556"/>
                    </a:ext>
                  </a:extLst>
                </a:gridCol>
              </a:tblGrid>
              <a:tr h="291678">
                <a:tc>
                  <a:txBody>
                    <a:bodyPr/>
                    <a:lstStyle/>
                    <a:p>
                      <a:r>
                        <a:rPr lang="en-US" dirty="0"/>
                        <a:t>pip --version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54398"/>
                  </a:ext>
                </a:extLst>
              </a:tr>
              <a:tr h="291678">
                <a:tc>
                  <a:txBody>
                    <a:bodyPr/>
                    <a:lstStyle/>
                    <a:p>
                      <a:r>
                        <a:rPr lang="en-US" dirty="0"/>
                        <a:t>pip 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972464"/>
                  </a:ext>
                </a:extLst>
              </a:tr>
              <a:tr h="451623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py</a:t>
                      </a:r>
                      <a:r>
                        <a:rPr lang="en-US" dirty="0"/>
                        <a:t> –m Pip --version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130916"/>
                  </a:ext>
                </a:extLst>
              </a:tr>
              <a:tr h="403898">
                <a:tc>
                  <a:txBody>
                    <a:bodyPr/>
                    <a:lstStyle/>
                    <a:p>
                      <a:r>
                        <a:rPr lang="en-US" dirty="0"/>
                        <a:t>Py modulename.py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975685"/>
                  </a:ext>
                </a:extLst>
              </a:tr>
              <a:tr h="451623">
                <a:tc>
                  <a:txBody>
                    <a:bodyPr/>
                    <a:lstStyle/>
                    <a:p>
                      <a:r>
                        <a:rPr lang="en-US" dirty="0"/>
                        <a:t>Py –m </a:t>
                      </a:r>
                      <a:r>
                        <a:rPr lang="en-US" dirty="0" err="1"/>
                        <a:t>modulename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807206"/>
                  </a:ext>
                </a:extLst>
              </a:tr>
              <a:tr h="510436">
                <a:tc>
                  <a:txBody>
                    <a:bodyPr/>
                    <a:lstStyle/>
                    <a:p>
                      <a:r>
                        <a:rPr lang="en-US" dirty="0"/>
                        <a:t>Pip install --upgrade pip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Pypi</a:t>
                      </a:r>
                      <a:r>
                        <a:rPr lang="en-US" dirty="0"/>
                        <a:t>  and </a:t>
                      </a:r>
                      <a:r>
                        <a:rPr lang="en-US" dirty="0" err="1"/>
                        <a:t>github</a:t>
                      </a:r>
                      <a:br>
                        <a:rPr lang="en-US" dirty="0"/>
                      </a:br>
                      <a:r>
                        <a:rPr lang="en-US" dirty="0"/>
                        <a:t>local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533264"/>
                  </a:ext>
                </a:extLst>
              </a:tr>
              <a:tr h="635689">
                <a:tc>
                  <a:txBody>
                    <a:bodyPr/>
                    <a:lstStyle/>
                    <a:p>
                      <a:r>
                        <a:rPr lang="en-US" dirty="0"/>
                        <a:t>Pip help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Commands/general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4141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37577-AE29-927F-352B-4E9B4A3FE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614378-D684-C15A-CD32-D59526D58B7B}"/>
              </a:ext>
            </a:extLst>
          </p:cNvPr>
          <p:cNvSpPr/>
          <p:nvPr/>
        </p:nvSpPr>
        <p:spPr>
          <a:xfrm>
            <a:off x="0" y="6334505"/>
            <a:ext cx="9144000" cy="66040"/>
          </a:xfrm>
          <a:custGeom>
            <a:avLst/>
            <a:gdLst/>
            <a:ahLst/>
            <a:cxnLst/>
            <a:rect l="l" t="t" r="r" b="b"/>
            <a:pathLst>
              <a:path w="9144000" h="66039">
                <a:moveTo>
                  <a:pt x="9144000" y="0"/>
                </a:moveTo>
                <a:lnTo>
                  <a:pt x="0" y="0"/>
                </a:lnTo>
                <a:lnTo>
                  <a:pt x="0" y="65532"/>
                </a:lnTo>
                <a:lnTo>
                  <a:pt x="9144000" y="655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C9F0E0C-D8E9-D8D0-318F-3C534031DDB8}"/>
              </a:ext>
            </a:extLst>
          </p:cNvPr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72B88B-DF8F-B2FF-52DC-D3C5225E12C3}"/>
              </a:ext>
            </a:extLst>
          </p:cNvPr>
          <p:cNvSpPr/>
          <p:nvPr/>
        </p:nvSpPr>
        <p:spPr>
          <a:xfrm>
            <a:off x="0" y="6250685"/>
            <a:ext cx="9144000" cy="325755"/>
          </a:xfrm>
          <a:custGeom>
            <a:avLst/>
            <a:gdLst/>
            <a:ahLst/>
            <a:cxnLst/>
            <a:rect l="l" t="t" r="r" b="b"/>
            <a:pathLst>
              <a:path w="9144000" h="325754">
                <a:moveTo>
                  <a:pt x="9144000" y="0"/>
                </a:moveTo>
                <a:lnTo>
                  <a:pt x="0" y="0"/>
                </a:lnTo>
                <a:lnTo>
                  <a:pt x="0" y="325373"/>
                </a:lnTo>
                <a:lnTo>
                  <a:pt x="9144000" y="325373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432514A-5B3C-7BFB-4564-A4E0DDED2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69469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tabLst>
                <a:tab pos="237490" algn="l"/>
              </a:tabLst>
            </a:pPr>
            <a:r>
              <a:rPr lang="en-US" dirty="0">
                <a:latin typeface="Calibri"/>
                <a:cs typeface="Calibri"/>
              </a:rPr>
              <a:t>Python Package Manager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68DEC16-FA29-6C55-887B-EFB36C0988D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1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330CC2C-9A38-4BB5-2928-04C0374AC66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9676B9-5E90-1B21-649D-526D5DBF6577}"/>
              </a:ext>
            </a:extLst>
          </p:cNvPr>
          <p:cNvSpPr txBox="1"/>
          <p:nvPr/>
        </p:nvSpPr>
        <p:spPr>
          <a:xfrm>
            <a:off x="4176457" y="1933489"/>
            <a:ext cx="459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--version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7D87CF-F6FE-B4AE-D611-45B7D004E778}"/>
              </a:ext>
            </a:extLst>
          </p:cNvPr>
          <p:cNvSpPr txBox="1"/>
          <p:nvPr/>
        </p:nvSpPr>
        <p:spPr>
          <a:xfrm>
            <a:off x="4176457" y="2302821"/>
            <a:ext cx="459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Py –m pip --version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B483B2-1600-2605-7C01-52D6319DE7B1}"/>
              </a:ext>
            </a:extLst>
          </p:cNvPr>
          <p:cNvSpPr txBox="1"/>
          <p:nvPr/>
        </p:nvSpPr>
        <p:spPr>
          <a:xfrm>
            <a:off x="4176457" y="2672153"/>
            <a:ext cx="459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D2E6C8-4DB6-A95B-0C51-F97E934F5E7D}"/>
              </a:ext>
            </a:extLst>
          </p:cNvPr>
          <p:cNvSpPr txBox="1"/>
          <p:nvPr/>
        </p:nvSpPr>
        <p:spPr>
          <a:xfrm>
            <a:off x="4201038" y="3008049"/>
            <a:ext cx="459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install –upgrade pip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FFA765-7DC9-BB74-88F2-A3FB4FB37213}"/>
              </a:ext>
            </a:extLst>
          </p:cNvPr>
          <p:cNvSpPr txBox="1"/>
          <p:nvPr/>
        </p:nvSpPr>
        <p:spPr>
          <a:xfrm>
            <a:off x="4164167" y="3377381"/>
            <a:ext cx="459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Py –m install –upgrade pip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517338-1310-041C-7262-717715E10AF5}"/>
              </a:ext>
            </a:extLst>
          </p:cNvPr>
          <p:cNvSpPr txBox="1"/>
          <p:nvPr/>
        </p:nvSpPr>
        <p:spPr>
          <a:xfrm>
            <a:off x="4183832" y="3779348"/>
            <a:ext cx="459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help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18D551-8732-066D-0933-BC6A8378CD74}"/>
              </a:ext>
            </a:extLst>
          </p:cNvPr>
          <p:cNvSpPr txBox="1"/>
          <p:nvPr/>
        </p:nvSpPr>
        <p:spPr>
          <a:xfrm>
            <a:off x="4203291" y="4212426"/>
            <a:ext cx="459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help install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FE131A-7D25-F7E0-92BA-B5508DEDA8EA}"/>
              </a:ext>
            </a:extLst>
          </p:cNvPr>
          <p:cNvSpPr txBox="1"/>
          <p:nvPr/>
        </p:nvSpPr>
        <p:spPr>
          <a:xfrm>
            <a:off x="4215581" y="4611427"/>
            <a:ext cx="459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list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7EFD18-A6BD-8D93-64B8-1E2FEF091980}"/>
              </a:ext>
            </a:extLst>
          </p:cNvPr>
          <p:cNvSpPr txBox="1"/>
          <p:nvPr/>
        </p:nvSpPr>
        <p:spPr>
          <a:xfrm>
            <a:off x="4242620" y="4949006"/>
            <a:ext cx="459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install request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AD0710-3A04-DE06-65A9-F88404A07832}"/>
              </a:ext>
            </a:extLst>
          </p:cNvPr>
          <p:cNvSpPr txBox="1"/>
          <p:nvPr/>
        </p:nvSpPr>
        <p:spPr>
          <a:xfrm>
            <a:off x="4242620" y="5360791"/>
            <a:ext cx="459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uninstall request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E01B3C-1104-6A01-CD71-C87E3A41A7C8}"/>
              </a:ext>
            </a:extLst>
          </p:cNvPr>
          <p:cNvSpPr txBox="1"/>
          <p:nvPr/>
        </p:nvSpPr>
        <p:spPr>
          <a:xfrm>
            <a:off x="4242620" y="5738597"/>
            <a:ext cx="459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list --outdated --verbose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186200-7C2B-89D1-EED2-DCBC2D8F46D7}"/>
              </a:ext>
            </a:extLst>
          </p:cNvPr>
          <p:cNvSpPr txBox="1"/>
          <p:nvPr/>
        </p:nvSpPr>
        <p:spPr>
          <a:xfrm>
            <a:off x="228600" y="1977528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install request --target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CFB97B-8A6B-94CD-EEF5-50394EED084A}"/>
              </a:ext>
            </a:extLst>
          </p:cNvPr>
          <p:cNvSpPr txBox="1"/>
          <p:nvPr/>
        </p:nvSpPr>
        <p:spPr>
          <a:xfrm>
            <a:off x="228600" y="2373086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install </a:t>
            </a:r>
            <a:r>
              <a:rPr lang="en-US" dirty="0" err="1"/>
              <a:t>github</a:t>
            </a:r>
            <a:r>
              <a:rPr lang="en-US" dirty="0"/>
              <a:t> URL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BFECFA-A888-A8EA-0605-EE5F1CA13B42}"/>
              </a:ext>
            </a:extLst>
          </p:cNvPr>
          <p:cNvSpPr txBox="1"/>
          <p:nvPr/>
        </p:nvSpPr>
        <p:spPr>
          <a:xfrm>
            <a:off x="228600" y="2846912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install </a:t>
            </a:r>
            <a:r>
              <a:rPr lang="en-US" dirty="0" err="1"/>
              <a:t>github</a:t>
            </a:r>
            <a:r>
              <a:rPr lang="en-US" dirty="0"/>
              <a:t> URL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1B0089-B790-966D-A21E-5BE2419EE3F3}"/>
              </a:ext>
            </a:extLst>
          </p:cNvPr>
          <p:cNvSpPr txBox="1"/>
          <p:nvPr/>
        </p:nvSpPr>
        <p:spPr>
          <a:xfrm>
            <a:off x="228600" y="3311132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install –r requirements.txt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BBDB7D-62D5-7B43-1007-BF2EB45276B1}"/>
              </a:ext>
            </a:extLst>
          </p:cNvPr>
          <p:cNvSpPr txBox="1"/>
          <p:nvPr/>
        </p:nvSpPr>
        <p:spPr>
          <a:xfrm>
            <a:off x="228600" y="3736806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</a:t>
            </a:r>
            <a:r>
              <a:rPr lang="en-US" dirty="0" err="1"/>
              <a:t>freez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3D15DD-F50F-F999-918B-34E0FA135412}"/>
              </a:ext>
            </a:extLst>
          </p:cNvPr>
          <p:cNvSpPr txBox="1"/>
          <p:nvPr/>
        </p:nvSpPr>
        <p:spPr>
          <a:xfrm>
            <a:off x="228600" y="4212426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install –upgrade requests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3EC7D8-C264-B2D9-7C67-CB5D34A21310}"/>
              </a:ext>
            </a:extLst>
          </p:cNvPr>
          <p:cNvSpPr txBox="1"/>
          <p:nvPr/>
        </p:nvSpPr>
        <p:spPr>
          <a:xfrm>
            <a:off x="228600" y="4659757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show requests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7FE199-07CF-4557-2A8D-8CC9ED784D81}"/>
              </a:ext>
            </a:extLst>
          </p:cNvPr>
          <p:cNvSpPr txBox="1"/>
          <p:nvPr/>
        </p:nvSpPr>
        <p:spPr>
          <a:xfrm>
            <a:off x="228600" y="5102320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inspect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3B05CA-1C72-1F96-1EB3-95ADAFAAB182}"/>
              </a:ext>
            </a:extLst>
          </p:cNvPr>
          <p:cNvSpPr txBox="1"/>
          <p:nvPr/>
        </p:nvSpPr>
        <p:spPr>
          <a:xfrm>
            <a:off x="243348" y="5590399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 debug</a:t>
            </a:r>
          </a:p>
        </p:txBody>
      </p:sp>
    </p:spTree>
    <p:extLst>
      <p:ext uri="{BB962C8B-B14F-4D97-AF65-F5344CB8AC3E}">
        <p14:creationId xmlns:p14="http://schemas.microsoft.com/office/powerpoint/2010/main" val="279609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34505"/>
            <a:ext cx="9144000" cy="66040"/>
          </a:xfrm>
          <a:custGeom>
            <a:avLst/>
            <a:gdLst/>
            <a:ahLst/>
            <a:cxnLst/>
            <a:rect l="l" t="t" r="r" b="b"/>
            <a:pathLst>
              <a:path w="9144000" h="66039">
                <a:moveTo>
                  <a:pt x="9144000" y="0"/>
                </a:moveTo>
                <a:lnTo>
                  <a:pt x="0" y="0"/>
                </a:lnTo>
                <a:lnTo>
                  <a:pt x="0" y="65532"/>
                </a:lnTo>
                <a:lnTo>
                  <a:pt x="9144000" y="655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50685"/>
            <a:ext cx="9144000" cy="325755"/>
          </a:xfrm>
          <a:custGeom>
            <a:avLst/>
            <a:gdLst/>
            <a:ahLst/>
            <a:cxnLst/>
            <a:rect l="l" t="t" r="r" b="b"/>
            <a:pathLst>
              <a:path w="9144000" h="325754">
                <a:moveTo>
                  <a:pt x="9144000" y="0"/>
                </a:moveTo>
                <a:lnTo>
                  <a:pt x="0" y="0"/>
                </a:lnTo>
                <a:lnTo>
                  <a:pt x="0" y="325373"/>
                </a:lnTo>
                <a:lnTo>
                  <a:pt x="9144000" y="325373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769429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  <a:buClr>
                <a:srgbClr val="585858"/>
              </a:buClr>
              <a:tabLst>
                <a:tab pos="237490" algn="l"/>
              </a:tabLst>
            </a:pPr>
            <a:r>
              <a:rPr lang="en-US" dirty="0">
                <a:latin typeface="Calibri"/>
                <a:cs typeface="Calibri"/>
              </a:rPr>
              <a:t>PYTHONPATH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3F264A-DE70-D6A8-B8B2-FDC97BD9153B}"/>
              </a:ext>
            </a:extLst>
          </p:cNvPr>
          <p:cNvSpPr txBox="1"/>
          <p:nvPr/>
        </p:nvSpPr>
        <p:spPr>
          <a:xfrm>
            <a:off x="1676400" y="1839149"/>
            <a:ext cx="5352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How Python search for imported module/packages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58"/>
    </mc:Choice>
    <mc:Fallback>
      <p:transition spd="slow" advTm="655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34505"/>
            <a:ext cx="9144000" cy="66040"/>
          </a:xfrm>
          <a:custGeom>
            <a:avLst/>
            <a:gdLst/>
            <a:ahLst/>
            <a:cxnLst/>
            <a:rect l="l" t="t" r="r" b="b"/>
            <a:pathLst>
              <a:path w="9144000" h="66039">
                <a:moveTo>
                  <a:pt x="9144000" y="0"/>
                </a:moveTo>
                <a:lnTo>
                  <a:pt x="0" y="0"/>
                </a:lnTo>
                <a:lnTo>
                  <a:pt x="0" y="65532"/>
                </a:lnTo>
                <a:lnTo>
                  <a:pt x="9144000" y="655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50685"/>
            <a:ext cx="9144000" cy="325755"/>
          </a:xfrm>
          <a:custGeom>
            <a:avLst/>
            <a:gdLst/>
            <a:ahLst/>
            <a:cxnLst/>
            <a:rect l="l" t="t" r="r" b="b"/>
            <a:pathLst>
              <a:path w="9144000" h="325754">
                <a:moveTo>
                  <a:pt x="9144000" y="0"/>
                </a:moveTo>
                <a:lnTo>
                  <a:pt x="0" y="0"/>
                </a:lnTo>
                <a:lnTo>
                  <a:pt x="0" y="325373"/>
                </a:lnTo>
                <a:lnTo>
                  <a:pt x="9144000" y="325373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769429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pc="-10" dirty="0">
                <a:latin typeface="Calibri"/>
                <a:cs typeface="Calibri"/>
              </a:rPr>
              <a:t>Enumerate Function</a:t>
            </a:r>
            <a:br>
              <a:rPr lang="en-US" spc="-10" dirty="0">
                <a:latin typeface="Calibri"/>
                <a:cs typeface="Calibri"/>
              </a:rPr>
            </a:br>
            <a:endParaRPr spc="-12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5"/>
    </mc:Choice>
    <mc:Fallback>
      <p:transition spd="slow" advTm="15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34505"/>
            <a:ext cx="9144000" cy="66040"/>
          </a:xfrm>
          <a:custGeom>
            <a:avLst/>
            <a:gdLst/>
            <a:ahLst/>
            <a:cxnLst/>
            <a:rect l="l" t="t" r="r" b="b"/>
            <a:pathLst>
              <a:path w="9144000" h="66039">
                <a:moveTo>
                  <a:pt x="9144000" y="0"/>
                </a:moveTo>
                <a:lnTo>
                  <a:pt x="0" y="0"/>
                </a:lnTo>
                <a:lnTo>
                  <a:pt x="0" y="65532"/>
                </a:lnTo>
                <a:lnTo>
                  <a:pt x="9144000" y="655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50685"/>
            <a:ext cx="9144000" cy="325755"/>
          </a:xfrm>
          <a:custGeom>
            <a:avLst/>
            <a:gdLst/>
            <a:ahLst/>
            <a:cxnLst/>
            <a:rect l="l" t="t" r="r" b="b"/>
            <a:pathLst>
              <a:path w="9144000" h="325754">
                <a:moveTo>
                  <a:pt x="9144000" y="0"/>
                </a:moveTo>
                <a:lnTo>
                  <a:pt x="0" y="0"/>
                </a:lnTo>
                <a:lnTo>
                  <a:pt x="0" y="325373"/>
                </a:lnTo>
                <a:lnTo>
                  <a:pt x="9144000" y="325373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769429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tabLst>
                <a:tab pos="237490" algn="l"/>
              </a:tabLst>
            </a:pPr>
            <a:r>
              <a:rPr lang="en-US" dirty="0">
                <a:latin typeface="Calibri"/>
                <a:cs typeface="Calibri"/>
              </a:rPr>
              <a:t>Deep Copy - Shallow Copy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388"/>
    </mc:Choice>
    <mc:Fallback>
      <p:transition spd="slow" advTm="1238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227</Words>
  <Application>Microsoft Office PowerPoint</Application>
  <PresentationFormat>On-screen Show (4:3)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Module 1: Outlines</vt:lpstr>
      <vt:lpstr>Python Package Manager</vt:lpstr>
      <vt:lpstr>Python Package Manager</vt:lpstr>
      <vt:lpstr>PYTHONPATH</vt:lpstr>
      <vt:lpstr>Enumerate Function </vt:lpstr>
      <vt:lpstr>Deep Copy - Shallow Copy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MIT6_0001F16_Welcome</dc:title>
  <dc:creator>Bell, Ana</dc:creator>
  <cp:lastModifiedBy>Irfan Hussain</cp:lastModifiedBy>
  <cp:revision>3</cp:revision>
  <dcterms:created xsi:type="dcterms:W3CDTF">2025-09-29T17:24:41Z</dcterms:created>
  <dcterms:modified xsi:type="dcterms:W3CDTF">2025-09-29T20:30:06Z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2016-11-23T00:00:00Z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2025-09-29T00:00:00Z</vt:filetime>
  </property>
  <property fmtid="{D5CDD505-2E9C-101B-9397-08002B2CF9AE}" pid="5" name="Producer">
    <vt:lpwstr>Microsoft® PowerPoint® 2013</vt:lpwstr>
  </property>
</Properties>
</file>